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ГДПБЗН — Оперативен център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70A"/>
                </a:solidFill>
              </a:defRPr>
            </a:pPr>
            <a:r>
              <a:t>Система за управление на произшествия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B5BD"/>
                </a:solidFill>
              </a:defRPr>
            </a:pPr>
            <a:r>
              <a:t>Докладване и мониторинг  ·  Координация на екипи  ·  Анализ и статистика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27432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Проблем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Липса на централизирана система за управление на произшествия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Трудна координация между екипи на терен и оперативния център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Бавен обмен на информация при критични ситуации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Липса на реалновременни данни и статистика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Разчитане на телефонни обаждания и хартиени доклади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Нашето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Уеб-базирана платформа достъпна от всеки браузър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REST API и Socket.IO за реалновременна комуникация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JWT удостоверяване с роли (admin, dispatcher, commander, firefighter)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Интерактивна карта с Google Maps / Leaflet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AI асистент с Google Gemini за помощ при вземане на решения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PWA — инсталира се на телефон като native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00400" cy="1188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Flask REST API</a:t>
            </a:r>
            <a:br/>
            <a:r>
              <a:t>JWT оторизация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828800"/>
            <a:ext cx="3200400" cy="118872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SQLite/PostgreSQL</a:t>
            </a:r>
            <a:br/>
            <a:r>
              <a:t>SQLAlchemy 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3200400" cy="1188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Socket.IO</a:t>
            </a:r>
            <a:br/>
            <a:r>
              <a:t>WebSocket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3200400" cy="118872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 Gemini AI</a:t>
            </a:r>
            <a:br/>
            <a:r>
              <a:t>Чат асистент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474720"/>
            <a:ext cx="3200400" cy="11887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 Maps</a:t>
            </a:r>
            <a:br/>
            <a:r>
              <a:t>Интерактивна карта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474720"/>
            <a:ext cx="3200400" cy="1188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PWA Service Worker</a:t>
            </a:r>
            <a:br/>
            <a:r>
              <a:t>Офлайн кеш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Основни функционалности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Табло с оперативна информация на живо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Създаване и проследяване на произшествия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Управление на екипи и автопарк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Разпределение на задачи към екипи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Сменен график и отпуски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Интерактивна карта с позиции и маркери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AI чат асистент с Google Gemini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Статистика с Chart.js графики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PDF протоколи за произшествия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SOS бутон за спешни сигнали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Оперативно табло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9ECEF"/>
                </a:solidFill>
              </a:defRPr>
            </a:pPr>
            <a:r>
              <a:t>Централен изглед с 4 ключови показателя:</a:t>
            </a:r>
            <a:br/>
            <a:r>
              <a:t>• Активни произшествия</a:t>
            </a:r>
            <a:br/>
            <a:r>
              <a:t>• Екипи на терен</a:t>
            </a:r>
            <a:br/>
            <a:r>
              <a:t>• Налични служители</a:t>
            </a:r>
            <a:br/>
            <a:r>
              <a:t>• Приключени днес</a:t>
            </a:r>
            <a:br/>
            <a:br/>
            <a:r>
              <a:t>11 секции: Табло, Произшествия, Екипи,</a:t>
            </a:r>
            <a:br/>
            <a:r>
              <a:t>Смени, Карта, Задачи, Автопарк, Статистика, AI Чат, Ресурси, API</a:t>
            </a:r>
            <a:br/>
            <a:br/>
            <a:r>
              <a:t>Тъмен/светъл режим. Адаптивен дизайн. Dark theme и PWA.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Мобилно приложение (PWA)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Достъпно от всеки телефон — без инсталация от магазин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Добавяне към началния екран (Android / iOS)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Service Worker за офлайн достъп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Web App Manifest с икона и тема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Адаптивен интерфейс за малки екрани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SOS бутон винаги на видно място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JWT Bearer token за щита на endpoints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18 SQLAlchemy модела (User, Incident, Task, Team, FireTruck...)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Пълен CRUD за произшествия, екипи, задачи, ресурси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Качване на снимки към произшествия и автомобили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WebSocket стаи за real-time chat и emergency сигнали</a:t>
            </a:r>
          </a:p>
          <a:p>
            <a:pPr>
              <a:spcAft>
                <a:spcPts val="600"/>
              </a:spcAft>
              <a:defRPr sz="1800">
                <a:solidFill>
                  <a:srgbClr val="E9ECEF"/>
                </a:solidFill>
              </a:defRPr>
            </a:pPr>
            <a:r>
              <a:t>• AI чат endpoint с Google Gemini интеграция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Технологичен стек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004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A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ECEF"/>
                </a:solidFill>
              </a:defRPr>
            </a:pPr>
            <a:r>
              <a:t>Python 3, Flask, SQLAlchemy</a:t>
            </a:r>
            <a:br/>
            <a:r>
              <a:t>JWT, Socket.IO, Flask-CORS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45920"/>
            <a:ext cx="32004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A"/>
                </a:solidFill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ECEF"/>
                </a:solidFill>
              </a:defRPr>
            </a:pPr>
            <a:r>
              <a:t>SQLite (dev) / PostgreSQL (prod)</a:t>
            </a:r>
            <a:br/>
            <a:r>
              <a:t>Redis (опционално)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2004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A"/>
                </a:solidFill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ECEF"/>
                </a:solidFill>
              </a:defRPr>
            </a:pPr>
            <a:r>
              <a:t>HTML5, Vanilla JS, Bootstrap 5</a:t>
            </a:r>
            <a:br/>
            <a:r>
              <a:t>Chart.js, jsPDF, Google Maps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31920"/>
            <a:ext cx="32004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A"/>
                </a:solidFill>
              </a:defRPr>
            </a:pPr>
            <a: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ECEF"/>
                </a:solidFill>
              </a:defRPr>
            </a:pPr>
            <a:r>
              <a:t>Google Gemini 2.0 Flash</a:t>
            </a:r>
            <a:br/>
            <a:r>
              <a:t>TogetherAI / HuggingFace (резерва)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931920"/>
            <a:ext cx="32004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A"/>
                </a:solidFill>
              </a:defRPr>
            </a:pPr>
            <a:r>
              <a:t>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663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ECEF"/>
                </a:solidFill>
              </a:defRPr>
            </a:pPr>
            <a:r>
              <a:t>PWA (Service Worker + Manifest)</a:t>
            </a:r>
            <a:br/>
            <a:r>
              <a:t>Инсталация от браузър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931920"/>
            <a:ext cx="32004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A"/>
                </a:solidFill>
              </a:defRPr>
            </a:pPr>
            <a:r>
              <a:t>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663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ECEF"/>
                </a:solidFill>
              </a:defRPr>
            </a:pPr>
            <a:r>
              <a:t>Git, pip, Flask dev server</a:t>
            </a:r>
            <a:br/>
            <a:r>
              <a:t>Gunicorn + Nginx (prod)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D70A"/>
                </a:solidFill>
              </a:defRPr>
            </a:pPr>
            <a:r>
              <a:t>http://localhost:5000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DB5BD"/>
                </a:solidFill>
              </a:defRPr>
            </a:pPr>
            <a:r>
              <a:t>admin@gdpbzn.bg / admin123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Благодаря за вниманието!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70A"/>
                </a:solidFill>
              </a:defRPr>
            </a:pPr>
            <a:r>
              <a:t>Въпроси?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274320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B5BD"/>
                </a:solidFill>
              </a:defRPr>
            </a:pPr>
            <a:r>
              <a:t>ГДПБЗН — Оперативен център за управление на произшествия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